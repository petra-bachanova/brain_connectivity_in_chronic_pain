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27"/>
    <p:restoredTop sz="94694"/>
  </p:normalViewPr>
  <p:slideViewPr>
    <p:cSldViewPr snapToGrid="0">
      <p:cViewPr varScale="1">
        <p:scale>
          <a:sx n="117" d="100"/>
          <a:sy n="117" d="100"/>
        </p:scale>
        <p:origin x="5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C71B9-4AA0-A461-586D-F0730EE306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D75ACF-B18B-D99F-7462-0582E93FF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8F4C5-A431-D24B-7047-E5F511C6E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0292-C517-0949-8C46-561043CB4D25}" type="datetimeFigureOut">
              <a:rPr lang="en-GB" smtClean="0"/>
              <a:t>06/05/2024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E3F78-7E6E-DD7F-58FE-A31ED45D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3DA6E-0D22-69D2-F2F7-524877918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32A2-4301-4242-B4E4-0654F5A05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54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8459-F34E-D9A2-495C-7F6AD640C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2525B-5A2A-F939-3294-3FDF48F14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8C39E-0923-F0FF-533B-6EC07D049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0292-C517-0949-8C46-561043CB4D25}" type="datetimeFigureOut">
              <a:rPr lang="en-GB" smtClean="0"/>
              <a:t>06/05/2024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62A91-8472-C052-7B75-E3B4A8C8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0BE94-CDD2-E1AC-FB61-FD2AB9EFC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32A2-4301-4242-B4E4-0654F5A05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5893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C5574-1D1C-A804-D04C-F642685CF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7185B-0AF8-BCCF-582F-DDF3B6C48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FB57F-DEB6-95F2-B596-C146BB5C8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0292-C517-0949-8C46-561043CB4D25}" type="datetimeFigureOut">
              <a:rPr lang="en-GB" smtClean="0"/>
              <a:t>06/05/2024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0B6CB-E8FE-86CE-9855-0AFF9C186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F6961-5EBF-6930-3E89-A7E19F06C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32A2-4301-4242-B4E4-0654F5A05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7238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ED8D4-F970-713E-400D-AC9FBCB2A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462F7-D664-B099-3AD6-625634F3D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F6189-4C85-C71E-845B-1C32A1A2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E2E570-F5B5-9B42-ED54-BC6F76BE6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0292-C517-0949-8C46-561043CB4D25}" type="datetimeFigureOut">
              <a:rPr lang="en-GB" smtClean="0"/>
              <a:t>06/05/2024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CF3BA-0E24-991F-32FB-F16C2D5A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AA8B6-99AF-BFBB-8B7F-BBABA0605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32A2-4301-4242-B4E4-0654F5A05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048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B6A40-48A1-EA2E-DCEE-3B27A2D47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7DA9C-C687-F73E-20CB-F4685A968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FDDF4-4575-36D3-1E28-D80CAE071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A70138-588F-C0B6-654D-9059653F0A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56313A-EEB7-8AE9-088D-3591DEF113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AE51D2-A0B1-F323-7481-2662D87CD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0292-C517-0949-8C46-561043CB4D25}" type="datetimeFigureOut">
              <a:rPr lang="en-GB" smtClean="0"/>
              <a:t>06/05/2024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371C72-EC3C-696A-5D53-F219C7869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9C060B-836B-F452-3A8A-75F6853E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32A2-4301-4242-B4E4-0654F5A05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835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691E-5B49-2F98-9C75-44CC2385A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4FB0D5-AF1F-FD70-9E76-BFE5288A8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0292-C517-0949-8C46-561043CB4D25}" type="datetimeFigureOut">
              <a:rPr lang="en-GB" smtClean="0"/>
              <a:t>06/05/2024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84EA15-2B35-C63A-525B-ED07D57C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E193C8-AA20-1B23-28A9-4BC064BE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32A2-4301-4242-B4E4-0654F5A05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147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00EF60-C48D-41B6-5EF9-A8418B040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0292-C517-0949-8C46-561043CB4D25}" type="datetimeFigureOut">
              <a:rPr lang="en-GB" smtClean="0"/>
              <a:t>06/05/2024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804140-4A22-9A38-A875-1FC0200D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401C8-80AA-170F-17FD-DAD546DAE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32A2-4301-4242-B4E4-0654F5A05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150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279C0-404F-C15E-1E99-4D91630F7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50808-EA65-281C-F52E-209A51503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182ED-AF54-CB10-55FF-CA9488897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B8482-3838-BF48-88F8-D9DAAE08F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0292-C517-0949-8C46-561043CB4D25}" type="datetimeFigureOut">
              <a:rPr lang="en-GB" smtClean="0"/>
              <a:t>06/05/2024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68925-562E-2410-35E6-E4FAB70A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8339EF-852F-CB03-0901-1929161A5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32A2-4301-4242-B4E4-0654F5A05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18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0CF99-02ED-816A-52AB-7F6114FDA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BE3A9-877D-3CD4-8EF3-1F984F0F9C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B747B-0746-A617-6F67-77C2CF857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5A40C-F54B-9B5F-759E-864998C9D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0292-C517-0949-8C46-561043CB4D25}" type="datetimeFigureOut">
              <a:rPr lang="en-GB" smtClean="0"/>
              <a:t>06/05/2024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124AA-C9EC-132F-5875-91634BEC0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3C4A5-6133-FD2C-EF0E-6F5B68F8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32A2-4301-4242-B4E4-0654F5A05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311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7FE88-52AE-B955-AEE2-2B4D54318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67D63F-2EAE-A901-2254-5ADFA9A76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19B61-A9B2-C6F7-155E-6204C40F0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0292-C517-0949-8C46-561043CB4D25}" type="datetimeFigureOut">
              <a:rPr lang="en-GB" smtClean="0"/>
              <a:t>06/05/2024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1A6E-206D-69CC-0CD0-79723B519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48A42-B48D-21F9-9A6C-99A4843DE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32A2-4301-4242-B4E4-0654F5A05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402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E952AF-B732-B6B5-3B9E-C1521EE720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76260E-EB86-F7F2-8472-877192831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07AB5-3326-8952-BDBE-8A2AF9D7A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F0292-C517-0949-8C46-561043CB4D25}" type="datetimeFigureOut">
              <a:rPr lang="en-GB" smtClean="0"/>
              <a:t>06/05/2024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D99F4-84F8-1380-B32B-E260E94B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EC104-983F-A5A7-E99A-CC8B461E7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532A2-4301-4242-B4E4-0654F5A05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11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7959C3-5EA5-1E3F-858D-DFCE5027C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540B6-64FD-07DA-BA59-D98A87996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C01-8212-721C-ABE2-A5CC4F75C2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EF0292-C517-0949-8C46-561043CB4D25}" type="datetimeFigureOut">
              <a:rPr lang="en-GB" smtClean="0"/>
              <a:t>06/05/2024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3892E-C7FA-A24A-5199-76BDD3AD2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13D75-D16B-8791-D43D-C1288C60CD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7532A2-4301-4242-B4E4-0654F5A05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262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patient's performance&#10;&#10;Description automatically generated with medium confidence">
            <a:extLst>
              <a:ext uri="{FF2B5EF4-FFF2-40B4-BE49-F238E27FC236}">
                <a16:creationId xmlns:a16="http://schemas.microsoft.com/office/drawing/2014/main" id="{7546641D-39C9-E4D6-C1D4-1C0C2C542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316" y="821176"/>
            <a:ext cx="5890070" cy="5471741"/>
          </a:xfrm>
          <a:prstGeom prst="rect">
            <a:avLst/>
          </a:prstGeom>
        </p:spPr>
      </p:pic>
      <p:pic>
        <p:nvPicPr>
          <p:cNvPr id="7" name="Picture 6" descr="A table of numbers with black text&#10;&#10;Description automatically generated">
            <a:extLst>
              <a:ext uri="{FF2B5EF4-FFF2-40B4-BE49-F238E27FC236}">
                <a16:creationId xmlns:a16="http://schemas.microsoft.com/office/drawing/2014/main" id="{8EF5D926-354C-DC2B-21BF-09AFEF0D9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14" y="903070"/>
            <a:ext cx="4272778" cy="557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170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8DDCEB-1F94-1565-CDC1-09A6267E0650}"/>
              </a:ext>
            </a:extLst>
          </p:cNvPr>
          <p:cNvSpPr txBox="1"/>
          <p:nvPr/>
        </p:nvSpPr>
        <p:spPr>
          <a:xfrm>
            <a:off x="710360" y="357979"/>
            <a:ext cx="10603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Using T1 instead of baseline (CBP) and </a:t>
            </a:r>
            <a:r>
              <a:rPr lang="en-GB" dirty="0" err="1"/>
              <a:t>healthies_measures.mat</a:t>
            </a:r>
            <a:r>
              <a:rPr lang="en-GB" dirty="0"/>
              <a:t> instead of metadata in </a:t>
            </a:r>
            <a:r>
              <a:rPr lang="en-GB" dirty="0" err="1"/>
              <a:t>brainpathway</a:t>
            </a:r>
            <a:r>
              <a:rPr lang="en-GB" dirty="0"/>
              <a:t> </a:t>
            </a:r>
          </a:p>
        </p:txBody>
      </p:sp>
      <p:pic>
        <p:nvPicPr>
          <p:cNvPr id="5" name="Picture 4" descr="A table of numbers and text&#10;&#10;Description automatically generated">
            <a:extLst>
              <a:ext uri="{FF2B5EF4-FFF2-40B4-BE49-F238E27FC236}">
                <a16:creationId xmlns:a16="http://schemas.microsoft.com/office/drawing/2014/main" id="{E7380346-523B-4798-65BB-825E111BDE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428"/>
          <a:stretch/>
        </p:blipFill>
        <p:spPr>
          <a:xfrm>
            <a:off x="710360" y="903070"/>
            <a:ext cx="3861640" cy="5596951"/>
          </a:xfrm>
          <a:prstGeom prst="rect">
            <a:avLst/>
          </a:prstGeom>
        </p:spPr>
      </p:pic>
      <p:pic>
        <p:nvPicPr>
          <p:cNvPr id="8" name="Picture 7" descr="A red and purple squares with white text&#10;&#10;Description automatically generated">
            <a:extLst>
              <a:ext uri="{FF2B5EF4-FFF2-40B4-BE49-F238E27FC236}">
                <a16:creationId xmlns:a16="http://schemas.microsoft.com/office/drawing/2014/main" id="{AC767ED4-65FE-C704-29C0-4689D3DC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148" y="640118"/>
            <a:ext cx="5934238" cy="557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15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E67FE-8656-D572-19BA-35CFEB27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18457"/>
          </a:xfrm>
        </p:spPr>
        <p:txBody>
          <a:bodyPr>
            <a:normAutofit/>
          </a:bodyPr>
          <a:lstStyle/>
          <a:p>
            <a:r>
              <a:rPr lang="en-GB" sz="3600" dirty="0"/>
              <a:t>HDI LMMs</a:t>
            </a:r>
          </a:p>
        </p:txBody>
      </p:sp>
      <p:pic>
        <p:nvPicPr>
          <p:cNvPr id="4" name="Picture 3" descr="A graph of a graph showing a number of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9EBC056B-77E3-FA52-ABD6-F9A65D811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3" y="1743958"/>
            <a:ext cx="3918857" cy="29391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4EBB83-1D9F-217D-7F88-5198D1ADAA7D}"/>
              </a:ext>
            </a:extLst>
          </p:cNvPr>
          <p:cNvSpPr txBox="1"/>
          <p:nvPr/>
        </p:nvSpPr>
        <p:spPr>
          <a:xfrm>
            <a:off x="522514" y="1065665"/>
            <a:ext cx="3472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Pain average &amp; </a:t>
            </a:r>
            <a:r>
              <a:rPr lang="en-GB" sz="1400" dirty="0" err="1"/>
              <a:t>promis_sleep_baseline</a:t>
            </a:r>
            <a:r>
              <a:rPr lang="en-GB" sz="1400" dirty="0"/>
              <a:t> mean-centred before standardising</a:t>
            </a:r>
          </a:p>
        </p:txBody>
      </p:sp>
      <p:pic>
        <p:nvPicPr>
          <p:cNvPr id="7" name="Picture 6" descr="A graph with numbers and a red and blue squares&#10;&#10;Description automatically generated with medium confidence">
            <a:extLst>
              <a:ext uri="{FF2B5EF4-FFF2-40B4-BE49-F238E27FC236}">
                <a16:creationId xmlns:a16="http://schemas.microsoft.com/office/drawing/2014/main" id="{6611DE22-6802-0066-79DC-4F1B01F49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371" y="-8948"/>
            <a:ext cx="4702629" cy="3526972"/>
          </a:xfrm>
          <a:prstGeom prst="rect">
            <a:avLst/>
          </a:prstGeom>
        </p:spPr>
      </p:pic>
      <p:pic>
        <p:nvPicPr>
          <p:cNvPr id="9" name="Picture 8" descr="A graph with blue and pink squares&#10;&#10;Description automatically generated">
            <a:extLst>
              <a:ext uri="{FF2B5EF4-FFF2-40B4-BE49-F238E27FC236}">
                <a16:creationId xmlns:a16="http://schemas.microsoft.com/office/drawing/2014/main" id="{4687727A-94B0-82FA-B088-4C5931D6D6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289"/>
          <a:stretch/>
        </p:blipFill>
        <p:spPr>
          <a:xfrm>
            <a:off x="7489370" y="3429000"/>
            <a:ext cx="4702629" cy="34109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39DB38A-EC9D-CE2B-ABBA-935731B969A7}"/>
              </a:ext>
            </a:extLst>
          </p:cNvPr>
          <p:cNvSpPr/>
          <p:nvPr/>
        </p:nvSpPr>
        <p:spPr>
          <a:xfrm>
            <a:off x="11049000" y="141514"/>
            <a:ext cx="522514" cy="298268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6999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99BCA518-F5E4-6F4E-D9ED-13FEA30E9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" y="313872"/>
            <a:ext cx="4367541" cy="3626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285CDF-0B91-1CED-E612-477DBA249AC7}"/>
              </a:ext>
            </a:extLst>
          </p:cNvPr>
          <p:cNvSpPr txBox="1"/>
          <p:nvPr/>
        </p:nvSpPr>
        <p:spPr>
          <a:xfrm>
            <a:off x="520700" y="4082143"/>
            <a:ext cx="4531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Mean centred: </a:t>
            </a:r>
            <a:r>
              <a:rPr lang="en-GB" sz="1400" dirty="0" err="1"/>
              <a:t>backpain_length</a:t>
            </a:r>
            <a:r>
              <a:rPr lang="en-GB" sz="1400" dirty="0"/>
              <a:t>, </a:t>
            </a:r>
            <a:r>
              <a:rPr lang="en-GB" sz="1400" dirty="0" err="1"/>
              <a:t>promis_sleep</a:t>
            </a:r>
            <a:r>
              <a:rPr lang="en-GB" sz="1400" dirty="0"/>
              <a:t>, </a:t>
            </a:r>
            <a:r>
              <a:rPr lang="en-GB" sz="1400" dirty="0" err="1"/>
              <a:t>pain_avg</a:t>
            </a:r>
            <a:endParaRPr lang="en-GB" sz="1400" dirty="0"/>
          </a:p>
          <a:p>
            <a:r>
              <a:rPr lang="en-GB" sz="1400" b="1" dirty="0"/>
              <a:t>Head motion NOT mean-centred</a:t>
            </a:r>
          </a:p>
        </p:txBody>
      </p:sp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9E83DAF2-4908-FFEA-AAD0-4BBEE8BFD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3872"/>
            <a:ext cx="4659084" cy="36796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4BFEA3-5EAC-B092-2038-87D8CD582B5E}"/>
              </a:ext>
            </a:extLst>
          </p:cNvPr>
          <p:cNvSpPr txBox="1"/>
          <p:nvPr/>
        </p:nvSpPr>
        <p:spPr>
          <a:xfrm>
            <a:off x="6096000" y="4085120"/>
            <a:ext cx="487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Mean centred: </a:t>
            </a:r>
            <a:r>
              <a:rPr lang="en-GB" sz="1400" dirty="0" err="1"/>
              <a:t>backpain_length</a:t>
            </a:r>
            <a:r>
              <a:rPr lang="en-GB" sz="1400" dirty="0"/>
              <a:t>, </a:t>
            </a:r>
            <a:r>
              <a:rPr lang="en-GB" sz="1400" dirty="0" err="1"/>
              <a:t>promis_sleep</a:t>
            </a:r>
            <a:r>
              <a:rPr lang="en-GB" sz="1400" dirty="0"/>
              <a:t>, </a:t>
            </a:r>
            <a:r>
              <a:rPr lang="en-GB" sz="1400" dirty="0" err="1"/>
              <a:t>pain_avg</a:t>
            </a:r>
            <a:r>
              <a:rPr lang="en-GB" sz="1400" dirty="0"/>
              <a:t>, head motion is mean-centred</a:t>
            </a:r>
          </a:p>
        </p:txBody>
      </p:sp>
    </p:spTree>
    <p:extLst>
      <p:ext uri="{BB962C8B-B14F-4D97-AF65-F5344CB8AC3E}">
        <p14:creationId xmlns:p14="http://schemas.microsoft.com/office/powerpoint/2010/main" val="2789738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2753</TotalTime>
  <Words>69</Words>
  <Application>Microsoft Macintosh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HDI LMMs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Bachanova, Petra</dc:creator>
  <cp:lastModifiedBy>Bachanova, Petra</cp:lastModifiedBy>
  <cp:revision>4</cp:revision>
  <dcterms:created xsi:type="dcterms:W3CDTF">2024-04-24T17:49:13Z</dcterms:created>
  <dcterms:modified xsi:type="dcterms:W3CDTF">2024-05-06T19:25:34Z</dcterms:modified>
</cp:coreProperties>
</file>